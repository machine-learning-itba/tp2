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Portada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Dataset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Preprocesamiento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Contexto clínico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Métricas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ROC-AUC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Modelos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CV Baseline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Bias-varianza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Gaps overfitting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Val curve 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Val curve LDA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13: Val curve SVM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14: Val curve KNN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15: Val curve RF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16: Grid SVM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17: Grid KNN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18: Grid RF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19: Impacto tuning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20: Selección modelo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21: Evaluación 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22: Conclusiones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Clasificación Supervisada</dc:title>
  <dc:subject>PptxGenJS Presentation</dc:subject>
  <dc:creator>Created by Marp</dc:creator>
  <cp:lastModifiedBy>Created by Marp</cp:lastModifiedBy>
  <cp:revision>1</cp:revision>
  <dcterms:created xsi:type="dcterms:W3CDTF">2026-05-12T15:29:10Z</dcterms:created>
  <dcterms:modified xsi:type="dcterms:W3CDTF">2026-05-12T15:29:10Z</dcterms:modified>
</cp:coreProperties>
</file>